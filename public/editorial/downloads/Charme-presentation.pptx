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6d5c26f02241d9" /><Relationship Type="http://schemas.openxmlformats.org/officeDocument/2006/relationships/extended-properties" Target="/docProps/app.xml" Id="R61090947c27741fc" /><Relationship Type="http://schemas.openxmlformats.org/officeDocument/2006/relationships/officeDocument" Target="/ppt/presentation.xml" Id="R7dda8f804a474f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09ceaef4564d43"/>
  </p:sldMasterIdLst>
  <p:notesMasterIdLst>
    <p:notesMasterId xmlns:r="http://schemas.openxmlformats.org/officeDocument/2006/relationships" r:id="Re1ee2972222e4036"/>
  </p:notesMasterIdLst>
  <p:sldIdLst>
    <p:sldId xmlns:r="http://schemas.openxmlformats.org/officeDocument/2006/relationships" id="256" r:id="Rbfe5dbbe87f84704"/>
    <p:sldId xmlns:r="http://schemas.openxmlformats.org/officeDocument/2006/relationships" id="257" r:id="R527e22c9a15142b0"/>
    <p:sldId xmlns:r="http://schemas.openxmlformats.org/officeDocument/2006/relationships" id="258" r:id="R97380e778c6c45a0"/>
    <p:sldId xmlns:r="http://schemas.openxmlformats.org/officeDocument/2006/relationships" id="259" r:id="R3bfc3370a2174fca"/>
    <p:sldId xmlns:r="http://schemas.openxmlformats.org/officeDocument/2006/relationships" id="260" r:id="R50c724254e7c41ed"/>
    <p:sldId xmlns:r="http://schemas.openxmlformats.org/officeDocument/2006/relationships" id="261" r:id="R22c2df1ddee3442b"/>
    <p:sldId xmlns:r="http://schemas.openxmlformats.org/officeDocument/2006/relationships" id="262" r:id="Rd652dfce44b2408b"/>
    <p:sldId xmlns:r="http://schemas.openxmlformats.org/officeDocument/2006/relationships" id="263" r:id="Ree797253fad44a44"/>
    <p:sldId xmlns:r="http://schemas.openxmlformats.org/officeDocument/2006/relationships" id="264" r:id="Re8a6e72e800d4d78"/>
    <p:sldId xmlns:r="http://schemas.openxmlformats.org/officeDocument/2006/relationships" id="265" r:id="Rca47985cdea149c1"/>
    <p:sldId xmlns:r="http://schemas.openxmlformats.org/officeDocument/2006/relationships" id="266" r:id="R6f7f5b45448e4442"/>
    <p:sldId xmlns:r="http://schemas.openxmlformats.org/officeDocument/2006/relationships" id="267" r:id="R7e0cc1bc034c41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43e7c50995456a" /><Relationship Type="http://schemas.openxmlformats.org/officeDocument/2006/relationships/slideMaster" Target="/ppt/slideMasters/slideMaster1.xml" Id="R7b09ceaef4564d43" /><Relationship Type="http://schemas.openxmlformats.org/officeDocument/2006/relationships/notesMaster" Target="/ppt/notesMasters/notesMaster1.xml" Id="Re1ee2972222e4036" /><Relationship Type="http://schemas.openxmlformats.org/officeDocument/2006/relationships/presProps" Target="/ppt/presProps.xml" Id="Rdd541f4653bc4a8c" /><Relationship Type="http://schemas.openxmlformats.org/officeDocument/2006/relationships/tableStyles" Target="/ppt/tableStyles.xml" Id="R84657551ded24839" /><Relationship Type="http://schemas.openxmlformats.org/officeDocument/2006/relationships/slide" Target="/ppt/slides/slide1.xml" Id="Rbfe5dbbe87f84704" /><Relationship Type="http://schemas.openxmlformats.org/officeDocument/2006/relationships/slide" Target="/ppt/slides/slide2.xml" Id="R527e22c9a15142b0" /><Relationship Type="http://schemas.openxmlformats.org/officeDocument/2006/relationships/slide" Target="/ppt/slides/slide3.xml" Id="R97380e778c6c45a0" /><Relationship Type="http://schemas.openxmlformats.org/officeDocument/2006/relationships/slide" Target="/ppt/slides/slide4.xml" Id="R3bfc3370a2174fca" /><Relationship Type="http://schemas.openxmlformats.org/officeDocument/2006/relationships/slide" Target="/ppt/slides/slide5.xml" Id="R50c724254e7c41ed" /><Relationship Type="http://schemas.openxmlformats.org/officeDocument/2006/relationships/slide" Target="/ppt/slides/slide6.xml" Id="R22c2df1ddee3442b" /><Relationship Type="http://schemas.openxmlformats.org/officeDocument/2006/relationships/slide" Target="/ppt/slides/slide7.xml" Id="Rd652dfce44b2408b" /><Relationship Type="http://schemas.openxmlformats.org/officeDocument/2006/relationships/slide" Target="/ppt/slides/slide8.xml" Id="Ree797253fad44a44" /><Relationship Type="http://schemas.openxmlformats.org/officeDocument/2006/relationships/slide" Target="/ppt/slides/slide9.xml" Id="Re8a6e72e800d4d78" /><Relationship Type="http://schemas.openxmlformats.org/officeDocument/2006/relationships/slide" Target="/ppt/slides/slide10.xml" Id="Rca47985cdea149c1" /><Relationship Type="http://schemas.openxmlformats.org/officeDocument/2006/relationships/slide" Target="/ppt/slides/slide11.xml" Id="R6f7f5b45448e4442" /><Relationship Type="http://schemas.openxmlformats.org/officeDocument/2006/relationships/slide" Target="/ppt/slides/slide12.xml" Id="R7e0cc1bc034c41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c2085a03dd40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255e6d3ab245ac" /><Relationship Type="http://schemas.openxmlformats.org/officeDocument/2006/relationships/notesMaster" Target="/ppt/notesMasters/notesMaster1.xml" Id="Rfb82d2babc064b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f359ff156642d0" /><Relationship Type="http://schemas.openxmlformats.org/officeDocument/2006/relationships/notesMaster" Target="/ppt/notesMasters/notesMaster1.xml" Id="R173b0aed65b74f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14004b536d4760" /><Relationship Type="http://schemas.openxmlformats.org/officeDocument/2006/relationships/notesMaster" Target="/ppt/notesMasters/notesMaster1.xml" Id="Rdda8b4cd868c45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c7f82c42264175" /><Relationship Type="http://schemas.openxmlformats.org/officeDocument/2006/relationships/notesMaster" Target="/ppt/notesMasters/notesMaster1.xml" Id="R12248559f0b647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a1bc1373884152" /><Relationship Type="http://schemas.openxmlformats.org/officeDocument/2006/relationships/notesMaster" Target="/ppt/notesMasters/notesMaster1.xml" Id="Rba2067e6752247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2510b0c5a94e5a" /><Relationship Type="http://schemas.openxmlformats.org/officeDocument/2006/relationships/notesMaster" Target="/ppt/notesMasters/notesMaster1.xml" Id="Rcfececfbf05940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c99ca9b13b46e1" /><Relationship Type="http://schemas.openxmlformats.org/officeDocument/2006/relationships/notesMaster" Target="/ppt/notesMasters/notesMaster1.xml" Id="R9b92c2a38af443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1c768d1cbf48b5" /><Relationship Type="http://schemas.openxmlformats.org/officeDocument/2006/relationships/notesMaster" Target="/ppt/notesMasters/notesMaster1.xml" Id="R8797322bf5f749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a99389b1c7457a" /><Relationship Type="http://schemas.openxmlformats.org/officeDocument/2006/relationships/notesMaster" Target="/ppt/notesMasters/notesMaster1.xml" Id="Ra57bba92adf040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94bb47ddfc4d15" /><Relationship Type="http://schemas.openxmlformats.org/officeDocument/2006/relationships/notesMaster" Target="/ppt/notesMasters/notesMaster1.xml" Id="R4a766d6957764d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6d89bc43504929" /><Relationship Type="http://schemas.openxmlformats.org/officeDocument/2006/relationships/notesMaster" Target="/ppt/notesMasters/notesMaster1.xml" Id="R090ec292972948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7af5529c544d6a" /><Relationship Type="http://schemas.openxmlformats.org/officeDocument/2006/relationships/notesMaster" Target="/ppt/notesMasters/notesMaster1.xml" Id="R360deb9434e84e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suspended arrangement with intact chain endpoints. Opening campaign composition.</a:t>
            </a:r>
          </a:p>
          <a:p xmlns:a="http://schemas.openxmlformats.org/drawingml/2006/main">
            <a:r>
              <a:t>Production: actual approved Magnific GLBs rendered by Charme Three.js scene; UI captures use fictional data. Generated backgrounds and display hardware are illustrative. Blue editorial edition,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silver display with front-on screen, generated landscape extension and real widget composited inside. Hardware image is illustrative, not a native screenshot.</a:t>
            </a:r>
          </a:p>
          <a:p xmlns:a="http://schemas.openxmlformats.org/drawingml/2006/main">
            <a:r>
              <a:t>Production: actual approved Magnific GLBs rendered by Charme Three.js scene; UI captures use fictional data. Generated backgrounds and display hardware are illustrative. Blue editorial edition,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Deliberate macro crop of actual timer chrome and glass. Notebook uses existing embossed Magnific model.</a:t>
            </a:r>
          </a:p>
          <a:p xmlns:a="http://schemas.openxmlformats.org/drawingml/2006/main">
            <a:r>
              <a:t>Production: actual approved Magnific GLBs rendered by Charme Three.js scene; UI captures use fictional data. Generated backgrounds and display hardware are illustrative. Blue editorial edition,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 studies from the production renderer, with unequal scale and aligned labels.</a:t>
            </a:r>
          </a:p>
          <a:p xmlns:a="http://schemas.openxmlformats.org/drawingml/2006/main">
            <a:r>
              <a:t>Production: actual approved Magnific GLBs rendered by Charme Three.js scene; UI captures use fictional data. Generated backgrounds and display hardware are illustrative. Blue editorial edition,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Running and paused real component states; the app does not change timer face styling dramatically on manual pause. Captions disambiguate states. Timer commands verified in earlier isolated service test.</a:t>
            </a:r>
          </a:p>
          <a:p xmlns:a="http://schemas.openxmlformats.org/drawingml/2006/main">
            <a:r>
              <a:t>Production: actual approved Magnific GLBs rendered by Charme Three.js scene; UI captures use fictional data. Generated backgrounds and display hardware are illustrative. Blue editorial edition,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0%,20%,100% default hydration states. Visual fill represents consumed volume; configurable targets and overshoot remain exact in Controls.</a:t>
            </a:r>
          </a:p>
          <a:p xmlns:a="http://schemas.openxmlformats.org/drawingml/2006/main">
            <a:r>
              <a:t>Production: actual approved Magnific GLBs rendered by Charme Three.js scene; UI captures use fictional data. Generated backgrounds and display hardware are illustrative. Blue editorial edition,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note editor crop including Saved status. Fictional text. The crop omits surrounding dashboard navigation to preserve reading size.</a:t>
            </a:r>
          </a:p>
          <a:p xmlns:a="http://schemas.openxmlformats.org/drawingml/2006/main">
            <a:r>
              <a:t>Production: actual approved Magnific GLBs rendered by Charme Three.js scene; UI captures use fictional data. Generated backgrounds and display hardware are illustrative. Blue editorial edition,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Staged dynamic pose using the same real meshes, per-instance transforms and connectedTether endpoint calculation. This still is not a live physics performance benchmark.</a:t>
            </a:r>
          </a:p>
          <a:p xmlns:a="http://schemas.openxmlformats.org/drawingml/2006/main">
            <a:r>
              <a:t>Production: actual approved Magnific GLBs rendered by Charme Three.js scene; UI captures use fictional data. Generated backgrounds and display hardware are illustrative. Blue editorial edition,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achievable companion choices. Car uses calibrated roof-loop attachment; other fixed charms preserved.</a:t>
            </a:r>
          </a:p>
          <a:p xmlns:a="http://schemas.openxmlformats.org/drawingml/2006/main">
            <a:r>
              <a:t>Production: actual approved Magnific GLBs rendered by Charme Three.js scene; UI captures use fictional data. Generated backgrounds and display hardware are illustrative. Blue editorial edition,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Studio screenshots from the verified card preview, Replace in position A and Apply journey. Three crops retain relevant UI labels.</a:t>
            </a:r>
          </a:p>
          <a:p xmlns:a="http://schemas.openxmlformats.org/drawingml/2006/main">
            <a:r>
              <a:t>Production: actual approved Magnific GLBs rendered by Charme Three.js scene; UI captures use fictional data. Generated backgrounds and display hardware are illustrative. Blue editorial edition,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Same MIRA text and generated backing, same scale and camera. Metal and neon are dynamic material/text treatments.</a:t>
            </a:r>
          </a:p>
          <a:p xmlns:a="http://schemas.openxmlformats.org/drawingml/2006/main">
            <a:r>
              <a:t>Production: actual approved Magnific GLBs rendered by Charme Three.js scene; UI captures use fictional data. Generated backgrounds and display hardware are illustrative. Blue editorial edition,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Composited desktop wallpaper context at illustrative scale. Browser preview and installation status link to existing site, unchanged by this edition. Development preview, not a verified signed release.</a:t>
            </a:r>
          </a:p>
          <a:p xmlns:a="http://schemas.openxmlformats.org/drawingml/2006/main">
            <a:r>
              <a:t>Production: actual approved Magnific GLBs rendered by Charme Three.js scene; UI captures use fictional data. Generated backgrounds and display hardware are illustrative. Blue editorial edition,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9cfa488534a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f57b14cb5843ca" /><Relationship Type="http://schemas.openxmlformats.org/officeDocument/2006/relationships/slideLayout" Target="/ppt/slideLayouts/slideLayout1.xml" Id="R71157f5830664a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157f5830664a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0053252cf43bf" /><Relationship Type="http://schemas.openxmlformats.org/officeDocument/2006/relationships/image" Target="/ppt/media/image.png" Id="R9649b6d5092145f9" /><Relationship Type="http://schemas.openxmlformats.org/officeDocument/2006/relationships/image" Target="/ppt/media/image2.png" Id="R60618ea07acb44e0" /><Relationship Type="http://schemas.openxmlformats.org/officeDocument/2006/relationships/notesSlide" Target="/ppt/notesSlides/notesSlide1.xml" Id="R14a052de19704d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7030a6d02499e" /><Relationship Type="http://schemas.openxmlformats.org/officeDocument/2006/relationships/image" Target="/ppt/media/image3.png" Id="R36a463619f934abe" /><Relationship Type="http://schemas.openxmlformats.org/officeDocument/2006/relationships/notesSlide" Target="/ppt/notesSlides/notesSlide2.xml" Id="Ra8478a9b7a6d4f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8bd8424e446e3" /><Relationship Type="http://schemas.openxmlformats.org/officeDocument/2006/relationships/image" Target="/ppt/media/image4.png" Id="Rc0a068c3eedd4f3e" /><Relationship Type="http://schemas.openxmlformats.org/officeDocument/2006/relationships/image" Target="/ppt/media/image5.png" Id="Rf8d896e740ef4e35" /><Relationship Type="http://schemas.openxmlformats.org/officeDocument/2006/relationships/image" Target="/ppt/media/image6.png" Id="Rf5c2016e7edb4875" /><Relationship Type="http://schemas.openxmlformats.org/officeDocument/2006/relationships/notesSlide" Target="/ppt/notesSlides/notesSlide3.xml" Id="Rf6f7a8cf53744e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004a488bc4930" /><Relationship Type="http://schemas.openxmlformats.org/officeDocument/2006/relationships/image" Target="/ppt/media/image7.png" Id="R89da20de2b904d54" /><Relationship Type="http://schemas.openxmlformats.org/officeDocument/2006/relationships/image" Target="/ppt/media/image8.png" Id="R3c3fc172c95343b9" /><Relationship Type="http://schemas.openxmlformats.org/officeDocument/2006/relationships/image" Target="/ppt/media/image9.png" Id="Rd49e66ce45ce46c9" /><Relationship Type="http://schemas.openxmlformats.org/officeDocument/2006/relationships/notesSlide" Target="/ppt/notesSlides/notesSlide4.xml" Id="R723a1d6fb6cd4f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e75a691734cf0" /><Relationship Type="http://schemas.openxmlformats.org/officeDocument/2006/relationships/image" Target="/ppt/media/image10.png" Id="R4f8d67e9022649ae" /><Relationship Type="http://schemas.openxmlformats.org/officeDocument/2006/relationships/image" Target="/ppt/media/image11.png" Id="R2eeb8e5fc42b4744" /><Relationship Type="http://schemas.openxmlformats.org/officeDocument/2006/relationships/image" Target="/ppt/media/image12.png" Id="Ra31e05284a9741c8" /><Relationship Type="http://schemas.openxmlformats.org/officeDocument/2006/relationships/image" Target="/ppt/media/image13.png" Id="R84de5d2afd3b4e3e" /><Relationship Type="http://schemas.openxmlformats.org/officeDocument/2006/relationships/notesSlide" Target="/ppt/notesSlides/notesSlide5.xml" Id="R7805936f2b2847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c5860afb24444" /><Relationship Type="http://schemas.openxmlformats.org/officeDocument/2006/relationships/image" Target="/ppt/media/image14.png" Id="Rd5473b8e65b64cdd" /><Relationship Type="http://schemas.openxmlformats.org/officeDocument/2006/relationships/image" Target="/ppt/media/image15.png" Id="R519e9a65de224a70" /><Relationship Type="http://schemas.openxmlformats.org/officeDocument/2006/relationships/image" Target="/ppt/media/image16.png" Id="R010817097b8148a2" /><Relationship Type="http://schemas.openxmlformats.org/officeDocument/2006/relationships/notesSlide" Target="/ppt/notesSlides/notesSlide6.xml" Id="R9ab83330ba6945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0c0963bb44485" /><Relationship Type="http://schemas.openxmlformats.org/officeDocument/2006/relationships/image" Target="/ppt/media/image17.png" Id="R66147c0feae04a44" /><Relationship Type="http://schemas.openxmlformats.org/officeDocument/2006/relationships/image" Target="/ppt/media/image18.png" Id="Ra70811d792be459f" /><Relationship Type="http://schemas.openxmlformats.org/officeDocument/2006/relationships/image" Target="/ppt/media/image19.png" Id="R0444884cbab84df2" /><Relationship Type="http://schemas.openxmlformats.org/officeDocument/2006/relationships/notesSlide" Target="/ppt/notesSlides/notesSlide7.xml" Id="R436b28a35a2548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fb958fc674d99" /><Relationship Type="http://schemas.openxmlformats.org/officeDocument/2006/relationships/image" Target="/ppt/media/image20.png" Id="Rf340752f214b4623" /><Relationship Type="http://schemas.openxmlformats.org/officeDocument/2006/relationships/image" Target="/ppt/media/image21.png" Id="R65456f5aae4e4439" /><Relationship Type="http://schemas.openxmlformats.org/officeDocument/2006/relationships/notesSlide" Target="/ppt/notesSlides/notesSlide8.xml" Id="R2dda0b1d62924b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e1bae5ace4f9a" /><Relationship Type="http://schemas.openxmlformats.org/officeDocument/2006/relationships/image" Target="/ppt/media/image22.png" Id="R6476e5426ed64b45" /><Relationship Type="http://schemas.openxmlformats.org/officeDocument/2006/relationships/image" Target="/ppt/media/image23.png" Id="R4d6026b359d1445f" /><Relationship Type="http://schemas.openxmlformats.org/officeDocument/2006/relationships/notesSlide" Target="/ppt/notesSlides/notesSlide9.xml" Id="R964d5721316345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a333da0454f20" /><Relationship Type="http://schemas.openxmlformats.org/officeDocument/2006/relationships/image" Target="/ppt/media/image24.png" Id="Ra54a3d4d941b41cc" /><Relationship Type="http://schemas.openxmlformats.org/officeDocument/2006/relationships/image" Target="/ppt/media/image25.png" Id="Re3e349793aa44906" /><Relationship Type="http://schemas.openxmlformats.org/officeDocument/2006/relationships/image" Target="/ppt/media/image26.png" Id="R3fb0529ece284dc1" /><Relationship Type="http://schemas.openxmlformats.org/officeDocument/2006/relationships/image" Target="/ppt/media/image27.png" Id="R3e697175ac804be3" /><Relationship Type="http://schemas.openxmlformats.org/officeDocument/2006/relationships/notesSlide" Target="/ppt/notesSlides/notesSlide10.xml" Id="R12c5878ac0a84d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7b9c00850415a" /><Relationship Type="http://schemas.openxmlformats.org/officeDocument/2006/relationships/image" Target="/ppt/media/image28.png" Id="Rb3390b9a5af64d7d" /><Relationship Type="http://schemas.openxmlformats.org/officeDocument/2006/relationships/image" Target="/ppt/media/image29.png" Id="R17598fe225d041ac" /><Relationship Type="http://schemas.openxmlformats.org/officeDocument/2006/relationships/image" Target="/ppt/media/image30.png" Id="R099f1116b5624d2e" /><Relationship Type="http://schemas.openxmlformats.org/officeDocument/2006/relationships/notesSlide" Target="/ppt/notesSlides/notesSlide11.xml" Id="R1ab141ac91af42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00d038c674737" /><Relationship Type="http://schemas.openxmlformats.org/officeDocument/2006/relationships/image" Target="/ppt/media/image31.png" Id="R0c8271d64535418b" /><Relationship Type="http://schemas.openxmlformats.org/officeDocument/2006/relationships/image" Target="/ppt/media/image32.png" Id="Rfea6b72d90d14825" /><Relationship Type="http://schemas.openxmlformats.org/officeDocument/2006/relationships/hyperlink" Target="https://stang-715.github.io/Charme/" TargetMode="External" Id="Rebb49bfb045c4798" /><Relationship Type="http://schemas.openxmlformats.org/officeDocument/2006/relationships/hyperlink" Target="https://stang-715.github.io/Charme/installation.html" TargetMode="External" Id="R83cc23cd87d9411e" /><Relationship Type="http://schemas.openxmlformats.org/officeDocument/2006/relationships/notesSlide" Target="/ppt/notesSlides/notesSlide12.xml" Id="R3870ca4ad74a48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9b6d5092145f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18ea07acb44e0"/>
          <a:stretch xmlns:a="http://schemas.openxmlformats.org/drawingml/2006/main"/>
        </p:blipFill>
        <p:spPr>
          <a:xfrm xmlns:a="http://schemas.openxmlformats.org/drawingml/2006/main">
            <a:off x="4665119" y="361950"/>
            <a:ext cx="2861761" cy="54959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31CAD-C8FA-4BF1-8CC2-D4D61526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5381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7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Charme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BCED4-7C95-47A3-A90C-BE9E674C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A desktop companion.</a:t>
            </a:r>
          </a:p>
        </p:txBody>
      </p:sp>
    </p:spTree>
    <p:extLst>
      <p:ext uri="{BB962C8B-B14F-4D97-AF65-F5344CB8AC3E}">
        <p14:creationId xmlns:p14="http://schemas.microsoft.com/office/powerpoint/2010/main" val="176960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E609D-3FA7-479F-9368-FE130B47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On your desktop.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463619f934abe"/>
          <a:stretch xmlns:a="http://schemas.openxmlformats.org/drawingml/2006/main"/>
        </p:blipFill>
        <p:spPr>
          <a:xfrm xmlns:a="http://schemas.openxmlformats.org/drawingml/2006/main">
            <a:off x="1724025" y="1534596"/>
            <a:ext cx="8763000" cy="493180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46985-8DD4-47D1-B1F7-DD3F9DFE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Illustrative desktop mockup. Widget enlarged to show detail.</a:t>
            </a:r>
          </a:p>
        </p:txBody>
      </p:sp>
    </p:spTree>
    <p:extLst>
      <p:ext uri="{BB962C8B-B14F-4D97-AF65-F5344CB8AC3E}">
        <p14:creationId xmlns:p14="http://schemas.microsoft.com/office/powerpoint/2010/main" val="14913987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068c3eedd4f3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896e740ef4e35"/>
          <a:srcRect xmlns:a="http://schemas.openxmlformats.org/drawingml/2006/main" l="0" t="14798" r="0" b="147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E8E78-50BF-4863-A6C8-55D26E79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5524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Chrome.</a:t>
            </a:r>
          </a:p>
          <a:p xmlns:a="http://schemas.openxmlformats.org/drawingml/2006/main">
            <a:pPr>
              <a:defRPr sz="7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Glass.</a:t>
            </a:r>
          </a:p>
          <a:p xmlns:a="http://schemas.openxmlformats.org/drawingml/2006/main">
            <a:pPr>
              <a:defRPr sz="7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Paper.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2016e7edb4875"/>
          <a:stretch xmlns:a="http://schemas.openxmlformats.org/drawingml/2006/main"/>
        </p:blipFill>
        <p:spPr>
          <a:xfrm xmlns:a="http://schemas.openxmlformats.org/drawingml/2006/main">
            <a:off x="810930" y="3905250"/>
            <a:ext cx="1921441" cy="2133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EF816-E9EC-4596-87C6-24B17648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Reflective edges. A quiet surface.</a:t>
            </a:r>
          </a:p>
        </p:txBody>
      </p:sp>
    </p:spTree>
    <p:extLst>
      <p:ext uri="{BB962C8B-B14F-4D97-AF65-F5344CB8AC3E}">
        <p14:creationId xmlns:p14="http://schemas.microsoft.com/office/powerpoint/2010/main" val="1042826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a20de2b904d54"/>
          <a:stretch xmlns:a="http://schemas.openxmlformats.org/drawingml/2006/main"/>
        </p:blipFill>
        <p:spPr>
          <a:xfrm xmlns:a="http://schemas.openxmlformats.org/drawingml/2006/main">
            <a:off x="717375" y="1209675"/>
            <a:ext cx="3851626" cy="385762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fc172c95343b9"/>
          <a:stretch xmlns:a="http://schemas.openxmlformats.org/drawingml/2006/main"/>
        </p:blipFill>
        <p:spPr>
          <a:xfrm xmlns:a="http://schemas.openxmlformats.org/drawingml/2006/main">
            <a:off x="5679170" y="1152525"/>
            <a:ext cx="1290860" cy="3552825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e66ce45ce46c9"/>
          <a:stretch xmlns:a="http://schemas.openxmlformats.org/drawingml/2006/main"/>
        </p:blipFill>
        <p:spPr>
          <a:xfrm xmlns:a="http://schemas.openxmlformats.org/drawingml/2006/main">
            <a:off x="8620125" y="2198390"/>
            <a:ext cx="2190750" cy="243264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59213-8751-4F72-B9F9-2779E23B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Focus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44965-29F3-405D-A165-761CDE18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505450"/>
            <a:ext cx="2809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Water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22180-FD8C-4F05-AD26-6A6B2439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505450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1334873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d67e9022649ae"/>
          <a:srcRect xmlns:a="http://schemas.openxmlformats.org/drawingml/2006/main" l="22876" t="0" r="228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0"/>
            <a:ext cx="6610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1C256-5C12-4BF9-86CE-002A9F16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628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3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3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Focus.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50D8A-61CF-45AD-9059-27A47C63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4143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Click to pause.</a:t>
            </a:r>
          </a:p>
          <a:p xmlns:a="http://schemas.openxmlformats.org/drawingml/2006/main">
            <a:pPr>
              <a:defRPr sz="22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Click to resume.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b8e5fc42b4744"/>
          <a:stretch xmlns:a="http://schemas.openxmlformats.org/drawingml/2006/main"/>
        </p:blipFill>
        <p:spPr>
          <a:xfrm xmlns:a="http://schemas.openxmlformats.org/drawingml/2006/main">
            <a:off x="6908936" y="619125"/>
            <a:ext cx="4251053" cy="425767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e05284a9741c8"/>
          <a:stretch xmlns:a="http://schemas.openxmlformats.org/drawingml/2006/main"/>
        </p:blipFill>
        <p:spPr>
          <a:xfrm xmlns:a="http://schemas.openxmlformats.org/drawingml/2006/main">
            <a:off x="806107" y="4019550"/>
            <a:ext cx="1597711" cy="16002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e5d2afd3b4e3e"/>
          <a:stretch xmlns:a="http://schemas.openxmlformats.org/drawingml/2006/main"/>
        </p:blipFill>
        <p:spPr>
          <a:xfrm xmlns:a="http://schemas.openxmlformats.org/drawingml/2006/main">
            <a:off x="3149257" y="4019550"/>
            <a:ext cx="1597711" cy="1600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63BC7-C2BC-489B-BA87-96D5878C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Running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0BF85-AE99-4228-A3AA-5462C293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9055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Paused</a:t>
            </a:r>
          </a:p>
        </p:txBody>
      </p:sp>
    </p:spTree>
    <p:extLst>
      <p:ext uri="{BB962C8B-B14F-4D97-AF65-F5344CB8AC3E}">
        <p14:creationId xmlns:p14="http://schemas.microsoft.com/office/powerpoint/2010/main" val="1292014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01798-E0D2-41A0-A2D0-B5BA67A4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10477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A little, often.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73b8e65b64cdd"/>
          <a:stretch xmlns:a="http://schemas.openxmlformats.org/drawingml/2006/main"/>
        </p:blipFill>
        <p:spPr>
          <a:xfrm xmlns:a="http://schemas.openxmlformats.org/drawingml/2006/main">
            <a:off x="1799479" y="1466850"/>
            <a:ext cx="1325467" cy="36480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EA426-BD76-44A7-9CAA-417E5BD4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91150"/>
            <a:ext cx="2524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0 mL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e9a65de224a70"/>
          <a:stretch xmlns:a="http://schemas.openxmlformats.org/drawingml/2006/main"/>
        </p:blipFill>
        <p:spPr>
          <a:xfrm xmlns:a="http://schemas.openxmlformats.org/drawingml/2006/main">
            <a:off x="5314204" y="1466850"/>
            <a:ext cx="1325467" cy="3648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32AF8-F213-4B22-84F2-B8DDE232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391150"/>
            <a:ext cx="2524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350 mL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817097b8148a2"/>
          <a:stretch xmlns:a="http://schemas.openxmlformats.org/drawingml/2006/main"/>
        </p:blipFill>
        <p:spPr>
          <a:xfrm xmlns:a="http://schemas.openxmlformats.org/drawingml/2006/main">
            <a:off x="8828929" y="1466850"/>
            <a:ext cx="1325467" cy="3648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E7099-CCED-4EB0-960C-4D038FE2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91150"/>
            <a:ext cx="2524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1.75 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BCDB3-A518-4376-AAD6-79CB8F1F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350 mL per serving. Default goal 1.75 L. Undo for 30 seconds.</a:t>
            </a:r>
          </a:p>
        </p:txBody>
      </p:sp>
    </p:spTree>
    <p:extLst>
      <p:ext uri="{BB962C8B-B14F-4D97-AF65-F5344CB8AC3E}">
        <p14:creationId xmlns:p14="http://schemas.microsoft.com/office/powerpoint/2010/main" val="9523925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36313-A9EF-4BCF-9B70-FFC8D805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Keep a thought.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47c0feae04a44"/>
          <a:stretch xmlns:a="http://schemas.openxmlformats.org/drawingml/2006/main"/>
        </p:blipFill>
        <p:spPr>
          <a:xfrm xmlns:a="http://schemas.openxmlformats.org/drawingml/2006/main">
            <a:off x="728671" y="2076450"/>
            <a:ext cx="3019407" cy="33528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811d792be459f"/>
          <a:stretch xmlns:a="http://schemas.openxmlformats.org/drawingml/2006/main"/>
        </p:blipFill>
        <p:spPr>
          <a:xfrm xmlns:a="http://schemas.openxmlformats.org/drawingml/2006/main">
            <a:off x="4676775" y="2417420"/>
            <a:ext cx="6762750" cy="2127934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4884cbab84df2"/>
          <a:stretch xmlns:a="http://schemas.openxmlformats.org/drawingml/2006/main"/>
        </p:blipFill>
        <p:spPr>
          <a:xfrm xmlns:a="http://schemas.openxmlformats.org/drawingml/2006/main">
            <a:off x="4676775" y="5022099"/>
            <a:ext cx="6762750" cy="58570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02F0F-1A06-45B5-9F63-7E541C5E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267450"/>
            <a:ext cx="681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Open the notebook. Write. Saved on this Mac.</a:t>
            </a:r>
          </a:p>
        </p:txBody>
      </p:sp>
    </p:spTree>
    <p:extLst>
      <p:ext uri="{BB962C8B-B14F-4D97-AF65-F5344CB8AC3E}">
        <p14:creationId xmlns:p14="http://schemas.microsoft.com/office/powerpoint/2010/main" val="1011763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0752f214b462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56f5aae4e4439"/>
          <a:stretch xmlns:a="http://schemas.openxmlformats.org/drawingml/2006/main"/>
        </p:blipFill>
        <p:spPr>
          <a:xfrm xmlns:a="http://schemas.openxmlformats.org/drawingml/2006/main">
            <a:off x="4152982" y="276225"/>
            <a:ext cx="4181311" cy="60769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A7252-A649-4EE3-95AD-CCF22894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A little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834AB-96FB-4BCE-A576-16101FA2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542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movement.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BD99B-6234-423C-AFA2-FC9B5919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Connected, even in motion.</a:t>
            </a:r>
          </a:p>
        </p:txBody>
      </p:sp>
    </p:spTree>
    <p:extLst>
      <p:ext uri="{BB962C8B-B14F-4D97-AF65-F5344CB8AC3E}">
        <p14:creationId xmlns:p14="http://schemas.microsoft.com/office/powerpoint/2010/main" val="6055644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28A31-F57B-4CE8-B4B6-F6AB0601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5619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9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9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Make it</a:t>
            </a:r>
          </a:p>
          <a:p xmlns:a="http://schemas.openxmlformats.org/drawingml/2006/main">
            <a:pPr>
              <a:defRPr sz="79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95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yours.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6e5426ed64b45"/>
          <a:stretch xmlns:a="http://schemas.openxmlformats.org/drawingml/2006/main"/>
        </p:blipFill>
        <p:spPr>
          <a:xfrm xmlns:a="http://schemas.openxmlformats.org/drawingml/2006/main">
            <a:off x="4571276" y="809625"/>
            <a:ext cx="2192198" cy="42100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026b359d1445f"/>
          <a:stretch xmlns:a="http://schemas.openxmlformats.org/drawingml/2006/main"/>
        </p:blipFill>
        <p:spPr>
          <a:xfrm xmlns:a="http://schemas.openxmlformats.org/drawingml/2006/main">
            <a:off x="8431458" y="1866900"/>
            <a:ext cx="2244234" cy="40862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494E0-731F-4C65-8E02-CECAB932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2959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Ducky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B2994-8CF5-4B8F-9072-18D05190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1722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Orange coupe</a:t>
            </a:r>
          </a:p>
        </p:txBody>
      </p:sp>
    </p:spTree>
    <p:extLst>
      <p:ext uri="{BB962C8B-B14F-4D97-AF65-F5344CB8AC3E}">
        <p14:creationId xmlns:p14="http://schemas.microsoft.com/office/powerpoint/2010/main" val="12746666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DD3AA-809F-4355-88A1-C6AE7F11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5572125" cy="3552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Preview.</a:t>
            </a:r>
          </a:p>
          <a:p xmlns:a="http://schemas.openxmlformats.org/drawingml/2006/main">
            <a:pPr>
              <a:defRPr sz="78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Assign.</a:t>
            </a:r>
          </a:p>
          <a:p xmlns:a="http://schemas.openxmlformats.org/drawingml/2006/main">
            <a:pPr>
              <a:defRPr sz="78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Apply.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a3d4d941b41cc"/>
          <a:stretch xmlns:a="http://schemas.openxmlformats.org/drawingml/2006/main"/>
        </p:blipFill>
        <p:spPr>
          <a:xfrm xmlns:a="http://schemas.openxmlformats.org/drawingml/2006/main">
            <a:off x="7869767" y="666750"/>
            <a:ext cx="2338917" cy="16192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349793aa44906"/>
          <a:stretch xmlns:a="http://schemas.openxmlformats.org/drawingml/2006/main"/>
        </p:blipFill>
        <p:spPr>
          <a:xfrm xmlns:a="http://schemas.openxmlformats.org/drawingml/2006/main">
            <a:off x="6781800" y="2705338"/>
            <a:ext cx="4514850" cy="790099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0529ece284dc1"/>
          <a:stretch xmlns:a="http://schemas.openxmlformats.org/drawingml/2006/main"/>
        </p:blipFill>
        <p:spPr>
          <a:xfrm xmlns:a="http://schemas.openxmlformats.org/drawingml/2006/main">
            <a:off x="6781800" y="5238800"/>
            <a:ext cx="4514850" cy="800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97175ac804be3"/>
          <a:stretch xmlns:a="http://schemas.openxmlformats.org/drawingml/2006/main"/>
        </p:blipFill>
        <p:spPr>
          <a:xfrm xmlns:a="http://schemas.openxmlformats.org/drawingml/2006/main">
            <a:off x="6781800" y="4203680"/>
            <a:ext cx="2800350" cy="71759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391DE-2531-45CA-8196-252A83AF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2F3B"/>
                </a:solidFill>
                <a:latin typeface="Helvetica Neue"/>
                <a:ea typeface="Helvetica Neue"/>
                <a:cs typeface="Helvetica Neue"/>
              </a:rPr>
              <a:t>Previewing does not change the arrangement.</a:t>
            </a:r>
          </a:p>
        </p:txBody>
      </p:sp>
    </p:spTree>
    <p:extLst>
      <p:ext uri="{BB962C8B-B14F-4D97-AF65-F5344CB8AC3E}">
        <p14:creationId xmlns:p14="http://schemas.microsoft.com/office/powerpoint/2010/main" val="14527340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90b9a5af64d7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5C405-8921-4E03-8350-CDE16724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828675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name.</a:t>
            </a:r>
          </a:p>
          <a:p xmlns:a="http://schemas.openxmlformats.org/drawingml/2006/main">
            <a:pPr>
              <a:defRPr sz="67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finish.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98fe225d041ac"/>
          <a:stretch xmlns:a="http://schemas.openxmlformats.org/drawingml/2006/main"/>
        </p:blipFill>
        <p:spPr>
          <a:xfrm xmlns:a="http://schemas.openxmlformats.org/drawingml/2006/main">
            <a:off x="4733925" y="3220879"/>
            <a:ext cx="2657475" cy="1683068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f1116b5624d2e"/>
          <a:stretch xmlns:a="http://schemas.openxmlformats.org/drawingml/2006/main"/>
        </p:blipFill>
        <p:spPr>
          <a:xfrm xmlns:a="http://schemas.openxmlformats.org/drawingml/2006/main">
            <a:off x="8172450" y="3220879"/>
            <a:ext cx="2657475" cy="168306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0AEC0-FE8A-450F-BA24-E8D88CCC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1722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69B19-277A-4FE2-82F2-4EBE6AFA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722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Neon</a:t>
            </a:r>
          </a:p>
        </p:txBody>
      </p:sp>
    </p:spTree>
    <p:extLst>
      <p:ext uri="{BB962C8B-B14F-4D97-AF65-F5344CB8AC3E}">
        <p14:creationId xmlns:p14="http://schemas.microsoft.com/office/powerpoint/2010/main" val="5638265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271d64535418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6b72d90d14825"/>
          <a:stretch xmlns:a="http://schemas.openxmlformats.org/drawingml/2006/main"/>
        </p:blipFill>
        <p:spPr>
          <a:xfrm xmlns:a="http://schemas.openxmlformats.org/drawingml/2006/main">
            <a:off x="4756874" y="514350"/>
            <a:ext cx="2678252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FF3CA-0D79-464F-A0C3-606D0A70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Charme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35394-7963-4EE5-AB26-7A0A1282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245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ebb49bfb045c4798"/>
              </a:rPr>
              <a:t>Browser preview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06660-6983-40D5-A3B6-5E090FCA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7220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83cc23cd87d9411e"/>
              </a:rPr>
              <a:t>Installation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C22CA-0F48-47AB-8C32-DB0D5C42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912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desktop companion.</a:t>
            </a:r>
          </a:p>
        </p:txBody>
      </p:sp>
    </p:spTree>
    <p:extLst>
      <p:ext uri="{BB962C8B-B14F-4D97-AF65-F5344CB8AC3E}">
        <p14:creationId xmlns:p14="http://schemas.microsoft.com/office/powerpoint/2010/main" val="1242845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2026-10-03T13:59:01.2070000Z</dcterms:created>
  <dcterms:modified xsi:type="dcterms:W3CDTF">2026-10-03T13:59:01.2070000Z</dcterms:modified>
</coreProperties>
</file>